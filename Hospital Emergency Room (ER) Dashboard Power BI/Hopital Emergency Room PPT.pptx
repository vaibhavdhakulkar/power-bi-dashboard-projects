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00" d="100"/>
          <a:sy n="200" d="100"/>
        </p:scale>
        <p:origin x="72" y="-57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C35E161D-7083-4070-BC03-E657475691FE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2637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5449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3450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7705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6169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9441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6064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6513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0271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660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1949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35E161D-7083-4070-BC03-E657475691FE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0618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8A069B-002E-7224-E54F-91CEA60599A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97DC146-7812-B746-8484-88E2B07E6596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5267451-724D-6B60-6880-082CDB958CE9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9A433642-AE6E-7D5D-7A8D-E034E06DFAE1}"/>
              </a:ext>
            </a:extLst>
          </p:cNvPr>
          <p:cNvSpPr txBox="1"/>
          <p:nvPr/>
        </p:nvSpPr>
        <p:spPr>
          <a:xfrm>
            <a:off x="487030" y="90111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STEPS IN PROJECT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FD61C1AB-F427-C661-993B-2C9888CF42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35B2F56D-26B3-C363-ABCB-4366B01DB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4" y="1543096"/>
            <a:ext cx="7896227" cy="4360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Requirement Gathering/ Business Requirements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Walkthrough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Connection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 / Quality Check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Modeling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Processing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DAX Calculations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Lay outing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Charts Development and Formatting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/ Report Development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Insights Generation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A0FCB933-5194-03C3-D828-0447F303E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5976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46C68-011E-49DF-785E-EA1231DCB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179FB2-F419-9818-EA69-D98C78E5A3D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D5DEF63-1FD2-95A0-9AD0-503BC152053A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5549012F-B3F6-62C6-F469-F4F053D4554E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388DDA4D-3C73-059D-F8FD-C54D4DAD330C}"/>
              </a:ext>
            </a:extLst>
          </p:cNvPr>
          <p:cNvSpPr txBox="1"/>
          <p:nvPr/>
        </p:nvSpPr>
        <p:spPr>
          <a:xfrm>
            <a:off x="487030" y="90111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DASHBOARDS - 4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47C9BED2-EE71-CB4C-3914-6F40053AB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45C6405F-8493-EFB9-8118-4593FE863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527" y="1698840"/>
            <a:ext cx="7896227" cy="18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Monthly View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Consolidated View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Patient Details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Key Takeaways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736177D3-1B5F-5273-9647-F606AE468B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2070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528E2-59ED-518D-064B-F25ECBDC5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A2977B-9AF9-60B9-2D47-C47C9FED3C7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6802C54-2204-9072-FBA0-00D37A34782E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71458C79-99C4-C755-00FA-5D5139563367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ED134921-2987-2829-F6D3-45D34B937DE1}"/>
              </a:ext>
            </a:extLst>
          </p:cNvPr>
          <p:cNvSpPr txBox="1"/>
          <p:nvPr/>
        </p:nvSpPr>
        <p:spPr>
          <a:xfrm>
            <a:off x="487029" y="638298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218A077B-BD7E-8695-BE35-CC6D7C650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E6128A3A-8DEF-B38C-DF3E-2988F729B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256" y="2151372"/>
            <a:ext cx="11371595" cy="3930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Patients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Measure the total number of patients visiting the ER daily.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 a daily trend using an area sparkline to understand patterns over time, such as peak days or seasonal trends.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Wait Time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Calculate the average time patients wait before being attended to by a medical professional.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an area sparkline to show daily fluctuations and identify days with higher wait times that may require operational adjustments.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Patient Satisfaction Score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the average satisfaction score of patients on a daily basis to evaluate the quality of service provided.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Present a daily trend using an area sparkline to identify dips in satisfaction and correlate them with operational challenges or peak times.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Patients Referred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Count the number of patients referred to specific departments from the ER each day.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an area sparkline to track daily trends and identify departments with high referral rates, which may require additional resources.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0BD3EB5B-E3F6-663E-837B-67E8ECD86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1E4FE57-B019-F4A1-A495-10259C91574B}"/>
              </a:ext>
            </a:extLst>
          </p:cNvPr>
          <p:cNvSpPr txBox="1"/>
          <p:nvPr/>
        </p:nvSpPr>
        <p:spPr>
          <a:xfrm>
            <a:off x="506527" y="105866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492A47D5-6B0C-D701-7D06-C88F57EB10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58" y="1510141"/>
            <a:ext cx="11371595" cy="692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300" b="1" dirty="0">
                <a:solidFill>
                  <a:schemeClr val="accent5">
                    <a:lumMod val="75000"/>
                  </a:schemeClr>
                </a:solidFill>
              </a:rPr>
              <a:t>To enhance operational efficiency and provide actionable insights into emergency room performance, we need to create a Hospital Emergency Room Analysis Dashboard in Power BI. This solution will enable stakeholders to track, analyze, and make data-driven decisions regarding patient management and service optimization.</a:t>
            </a:r>
            <a:endParaRPr kumimoji="0" lang="en-US" altLang="en-US" sz="1300" b="1" i="0" u="none" strike="noStrike" cap="none" normalizeH="0" baseline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6215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E1DAF-FFB5-BF0F-267E-F74B1CA6F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CCE18B-88D2-63B7-2C42-9902EDE06F6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60EF21E-C2D0-72A0-E424-BBFB3E9DC652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617257BB-07E6-6AC0-49F1-086E0BB40F97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BF65E333-780F-3961-251D-DFD71949B5AF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F09F0420-A352-B3DF-5FEA-6994CA0F81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C0CCDB56-8798-5F45-55E6-217CDE2AE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29" y="1383997"/>
            <a:ext cx="11371595" cy="3976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1: Monthly View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Monitor key metrics and trends on a month-by-month basis to identify patterns and areas for improvement.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Patient Admission Status: Track admitted vs. non-admitted patients.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Patient Age Distribution: Group patients by 10-year age intervals.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Department Referrals: Analyze referral trends across different departments.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Timeliness: Measure the percentage of patients seen within 30 minutes.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Gender Analysis: Visualize patient distribution by gender.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Racial Demographics: Analyze patient data by race.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Time Analysis: Assess patient volume by day and hour.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A84C4D02-117A-D16A-1EB4-20E1A1D223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5668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C74F4-0DDF-52DF-376D-86B34B974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9AAF7EF-21B9-25D0-D95C-603C5A2B1D7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CC9A7CC-21F5-D9C9-CE9C-84782575E2D4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9A9C0C9E-FEB6-C42D-33F5-3D43517BA447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B8863025-42A1-7A91-82FA-208CE8AA5CE3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A725CB47-6917-5342-8D5C-E43BD23D17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84AD4C6F-E381-10FE-2B3A-2BC9194E6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29" y="1887420"/>
            <a:ext cx="11371595" cy="1627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2: Consolidated View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Provide a holistic summary of hospital performance for a selected date range.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Similar metrics as the Monthly View, but aggregated over a customizable date range for broader insights and trend analysis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799A61D9-CC1B-E22A-533F-9FE34F3A0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697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93FBA-C0F8-4CB4-1C53-F2F1BFB51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373C9F-A7FF-ABB2-884C-711868EDE47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C52FF49-FD73-7EAF-E15E-53532554C5DC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3438695-F838-B350-30DC-F40325A06AE6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D419DAC6-B8BB-42D9-E433-3E4ECD744041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3E3FA96B-A10C-B293-D774-1E1A39A20E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D878D7C5-FC8C-5EDE-201B-1A3BAFD764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58" y="1588059"/>
            <a:ext cx="11371595" cy="42073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3: Patient Details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Offer granular insights into patient-level data to enable detailed analysis and troubleshooting.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 </a:t>
            </a:r>
            <a:r>
              <a:rPr lang="en-US" sz="1400" dirty="0">
                <a:latin typeface="Arial" panose="020B0604020202020204" pitchFamily="34" charset="0"/>
              </a:rPr>
              <a:t>A grid displaying essential fields: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Patient ID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Patient Full Name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Gender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Age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Admission Date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Patient Race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Wait Time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Department Referral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Admission Status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D3558950-4420-A74C-5766-67081A9D10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44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FFAC9-01E8-A4AB-B18D-B5AF86594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2B4858-09E1-9F59-D374-3F31932517A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3FC3C47-DBE8-CEC2-D3D0-3FCDE6728DB7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A833086-3D5F-32C3-521D-8D0C379CDE8B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444434C7-1642-D2DA-7B17-97AE66FD81D8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1B95226E-5C81-0A7E-D446-523941AD2F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A1114A72-0E9C-5D9F-FDF4-937D1C79B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29" y="1725838"/>
            <a:ext cx="11371595" cy="19503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4: Consolidated View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Summarize the findings from all dashboards to provide clear and actionable insights for stakeholders.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Descriptive analysis of each metric and visualization, including patterns, anomalies, and actionable recommendations to optimize emergency room operations and patient care.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89890613-932A-6F7C-A36A-696DDC7C82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30136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TM02900720[[fn=Integral]]</Template>
  <TotalTime>99</TotalTime>
  <Words>543</Words>
  <Application>Microsoft Office PowerPoint</Application>
  <PresentationFormat>Widescreen</PresentationFormat>
  <Paragraphs>73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Arial</vt:lpstr>
      <vt:lpstr>Arial Rounded MT Bold</vt:lpstr>
      <vt:lpstr>Segoe UI Black</vt:lpstr>
      <vt:lpstr>Segoe UI Bold</vt:lpstr>
      <vt:lpstr>Tw Cen MT</vt:lpstr>
      <vt:lpstr>Tw Cen MT Condensed</vt:lpstr>
      <vt:lpstr>Wingdings</vt:lpstr>
      <vt:lpstr>Wingdings 3</vt:lpstr>
      <vt:lpstr>Integral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 A</dc:creator>
  <cp:lastModifiedBy>Vaibhav Dhakulkar</cp:lastModifiedBy>
  <cp:revision>7</cp:revision>
  <dcterms:created xsi:type="dcterms:W3CDTF">2024-11-24T05:55:51Z</dcterms:created>
  <dcterms:modified xsi:type="dcterms:W3CDTF">2025-12-06T12:38:45Z</dcterms:modified>
</cp:coreProperties>
</file>